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076A-005B-D152-1BA8-D8381A1D9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D555-7AF2-FF41-A8AD-9FFBECC1E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60D4C-545F-7251-F8CA-BCB5B969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A119F-0ED6-8E5F-5239-9C020F85A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332C5-B4EE-55F4-C1C2-CB840F83E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640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35186-47D1-D34C-67DA-4C34BCF6A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437D4-EC85-2A09-AB52-0704F49AB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223E4-E6D8-6E0E-B041-A941C62A5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4D11E-743C-DD82-169F-D5C58139E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1A292-A3E6-A9D6-53B4-365061F6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53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77F3-56D6-E105-D780-72F34CC02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564FD-4D54-285B-72D5-F97167B74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EA1FD-90DF-BB1E-9BFA-215E9596C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0309C-7476-EC05-BBF5-2EE567D41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7A2A9-539E-24DA-1830-D1FB39E6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132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B470-FD6E-FD9F-DDBD-E97FD46FA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AA37C-3F25-DDEE-1A41-82703D7F3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95636-602A-54C5-4481-CDC441525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16BF0-15C7-FECE-1DE9-669758481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A94D8-4E0B-5DCB-3A73-DF2D8EDB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D5221-C3AE-73CF-E563-9CC5984D1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9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4ABA-A8BC-FC81-760F-C0564D685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7812A-B827-1942-64DD-C03C5FA7E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CC5E9-CF89-8F69-4853-9D5FA6B90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F2BADA-7C0E-9F18-6F75-85A505EA2B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21FCD-C20D-FB93-1DD1-AE61B200F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05CB6C-4206-7C04-5C0D-29676E597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B599EE-4015-0374-5C9D-A25CDBBA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725A76-8699-6740-1B21-F0F34834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60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7BC4-83FD-C529-4E20-C57E1F493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3DB92-ABDB-EE43-C2B1-4724B3CFD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E1EB8-B8CF-7E23-E478-85F07F72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FE778-84B9-7865-DFD7-56C073E1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63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8B2DA4-878E-4A88-9EF2-1DEBB9FC1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6437CA-98C2-0DF5-76D3-4C2FC0F34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BF18C-E8D8-2431-5C00-4CEFC0185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702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49374-3E5C-1390-8C55-B3CBE2E4F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4192A-9CAD-6833-9D07-EB0B294A8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8D295-2205-DE8F-9258-B5FC4AA70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D944B-25A7-ADB2-DA03-2C37D9FDE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9271B-3AD3-C634-FA59-00D18BAD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D4AE4-45D5-3C1A-AF53-0B472062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99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0B286-F22A-0091-FBB5-2FFBE3EE3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94DF84-DA67-1802-B38D-986401D65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BA223-CBDE-A4D7-F838-82768C8E9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A367A-DEFB-DA41-8B90-32A555E88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EFA1C-9F1A-6DEE-696E-9ECA9982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49370-2312-D161-15DB-4B45E7DF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10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541D-2F34-DDAC-138D-3F723A376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21CDFB-B24C-9387-32ED-A408BD6F6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E77CD-EBB3-02BD-73BD-CC9EF1F7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B7C13-557A-0C6B-2A2B-8EE0C88EC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69092-5F33-D70D-117B-3B7C2CEB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23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8EC5C0-8595-B096-D313-7040464B2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41C62-BFEA-3F51-2A2B-E1402619B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11E83-A105-08D4-5F26-D90D0398C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ED117-AA4D-DA9E-1C1A-E0EA063A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01008-FA26-B0E6-BF4E-5707D5E87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015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544BF3-33EB-5807-E6D1-7C3EC488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B4701-38B5-70D8-FA12-A6E192884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4C54F-8ACC-BA46-15DF-A29B1DA88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4E6E7-9729-4305-BC04-91567620A677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73AA1-9CC6-9F1B-FD19-F0BD6C6D7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21515-A522-0AF6-C097-EF8489E58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64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1DE34-2C05-76EB-1136-3C3899BF3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540" y="3250053"/>
            <a:ext cx="10974916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Deploy a </a:t>
            </a:r>
            <a:r>
              <a:rPr lang="en-US" b="1" dirty="0" err="1">
                <a:solidFill>
                  <a:srgbClr val="FF0000"/>
                </a:solidFill>
              </a:rPr>
              <a:t>Fullstack</a:t>
            </a:r>
            <a:r>
              <a:rPr lang="en-US" b="1" dirty="0">
                <a:solidFill>
                  <a:srgbClr val="FF0000"/>
                </a:solidFill>
              </a:rPr>
              <a:t> Application Using Kubernetes and Ansible Playbook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4942F-A537-E12F-4234-8A59DC5EE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755" y="5531808"/>
            <a:ext cx="5508487" cy="71990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3500" b="1" dirty="0" err="1">
                <a:solidFill>
                  <a:schemeClr val="accent4">
                    <a:lumMod val="75000"/>
                  </a:schemeClr>
                </a:solidFill>
              </a:rPr>
              <a:t>Dr.S.SRITHAR</a:t>
            </a:r>
            <a:r>
              <a:rPr lang="en-IN" sz="35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4">
                    <a:lumMod val="75000"/>
                  </a:schemeClr>
                </a:solidFill>
              </a:rPr>
              <a:t>B.E.,</a:t>
            </a:r>
            <a:r>
              <a:rPr lang="en-IN" sz="2400" b="1" dirty="0" err="1">
                <a:solidFill>
                  <a:schemeClr val="accent4">
                    <a:lumMod val="75000"/>
                  </a:schemeClr>
                </a:solidFill>
              </a:rPr>
              <a:t>M.Tech</a:t>
            </a:r>
            <a:r>
              <a:rPr lang="en-IN" sz="2400" b="1" dirty="0">
                <a:solidFill>
                  <a:schemeClr val="accent4">
                    <a:lumMod val="75000"/>
                  </a:schemeClr>
                </a:solidFill>
              </a:rPr>
              <a:t>., </a:t>
            </a:r>
            <a:r>
              <a:rPr lang="en-IN" sz="2400" b="1" dirty="0" err="1">
                <a:solidFill>
                  <a:schemeClr val="accent4">
                    <a:lumMod val="75000"/>
                  </a:schemeClr>
                </a:solidFill>
              </a:rPr>
              <a:t>Ph.D</a:t>
            </a:r>
            <a:endParaRPr lang="en-IN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" name="Picture 2" descr="Dept of C.S.E">
            <a:extLst>
              <a:ext uri="{FF2B5EF4-FFF2-40B4-BE49-F238E27FC236}">
                <a16:creationId xmlns:a16="http://schemas.microsoft.com/office/drawing/2014/main" id="{16B2C5F6-A4A3-824B-CB91-CA4C7FB170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930"/>
          <a:stretch/>
        </p:blipFill>
        <p:spPr bwMode="auto">
          <a:xfrm>
            <a:off x="165117" y="93998"/>
            <a:ext cx="2188248" cy="93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0D6766-C7EC-FDBC-F1EC-1B80188B7A53}"/>
              </a:ext>
            </a:extLst>
          </p:cNvPr>
          <p:cNvSpPr txBox="1"/>
          <p:nvPr/>
        </p:nvSpPr>
        <p:spPr>
          <a:xfrm>
            <a:off x="1678781" y="1326192"/>
            <a:ext cx="88344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</a:rPr>
              <a:t>23SDCS13A/R</a:t>
            </a:r>
            <a:endParaRPr lang="en-IN" sz="3000" b="1" dirty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 pitchFamily="34" charset="0"/>
            </a:endParaRPr>
          </a:p>
          <a:p>
            <a:pPr algn="ctr"/>
            <a:r>
              <a:rPr lang="en-IN" sz="5000" b="1" dirty="0">
                <a:solidFill>
                  <a:srgbClr val="4471C4"/>
                </a:solidFill>
                <a:latin typeface="Calibri" panose="020F0502020204030204" pitchFamily="34" charset="0"/>
              </a:rPr>
              <a:t>CI/CD AND </a:t>
            </a:r>
            <a:r>
              <a:rPr lang="en-IN" sz="5000" b="1" i="0" u="none" strike="noStrike" baseline="0" dirty="0">
                <a:solidFill>
                  <a:srgbClr val="4471C4"/>
                </a:solidFill>
                <a:latin typeface="Calibri" panose="020F0502020204030204" pitchFamily="34" charset="0"/>
              </a:rPr>
              <a:t>CLOUD DEVOPS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AE7A73-784E-3415-CEB8-FE06C9EB9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225" y="112642"/>
            <a:ext cx="2353365" cy="113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94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D9EC4-AC62-D090-3721-193834C32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ept of C.S.E">
            <a:extLst>
              <a:ext uri="{FF2B5EF4-FFF2-40B4-BE49-F238E27FC236}">
                <a16:creationId xmlns:a16="http://schemas.microsoft.com/office/drawing/2014/main" id="{5D35AC35-4460-73FB-30B3-06BB9B7601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930"/>
          <a:stretch/>
        </p:blipFill>
        <p:spPr bwMode="auto">
          <a:xfrm>
            <a:off x="165117" y="93998"/>
            <a:ext cx="2188248" cy="93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E4C35E-DDA3-E7CA-FD7C-01A8954A7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225" y="112642"/>
            <a:ext cx="2353365" cy="1135754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DEE5FCA-0659-706D-A46E-79619E5DC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403"/>
            <a:ext cx="10730948" cy="555859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An </a:t>
            </a:r>
            <a:r>
              <a:rPr lang="en-US" b="1" dirty="0"/>
              <a:t>Ansible Playbook</a:t>
            </a:r>
            <a:r>
              <a:rPr lang="en-US" dirty="0"/>
              <a:t> is a </a:t>
            </a:r>
            <a:r>
              <a:rPr lang="en-US" b="1" dirty="0"/>
              <a:t>YAML file</a:t>
            </a:r>
            <a:r>
              <a:rPr lang="en-US" dirty="0"/>
              <a:t> that defines a series of </a:t>
            </a:r>
            <a:r>
              <a:rPr lang="en-US" b="1" dirty="0"/>
              <a:t>tasks and configurations</a:t>
            </a:r>
            <a:r>
              <a:rPr lang="en-US" dirty="0"/>
              <a:t> to be executed automatically on remote systems. It is used to </a:t>
            </a:r>
            <a:r>
              <a:rPr lang="en-US" b="1" dirty="0"/>
              <a:t>manage, configure, deploy, and automate</a:t>
            </a:r>
            <a:r>
              <a:rPr lang="en-US" dirty="0"/>
              <a:t> systems in a consistent and repeatable way using Ansible.</a:t>
            </a:r>
            <a:endParaRPr lang="en-US" b="1" dirty="0"/>
          </a:p>
          <a:p>
            <a:pPr marL="0" indent="0" algn="just">
              <a:buNone/>
            </a:pPr>
            <a:endParaRPr lang="en-US" b="1" dirty="0"/>
          </a:p>
          <a:p>
            <a:pPr algn="just"/>
            <a:r>
              <a:rPr lang="en-US" b="1" dirty="0"/>
              <a:t>Automates repetitive tasks: </a:t>
            </a:r>
            <a:r>
              <a:rPr lang="en-US" dirty="0"/>
              <a:t>installs Docker, starts </a:t>
            </a:r>
            <a:r>
              <a:rPr lang="en-US" dirty="0" err="1"/>
              <a:t>Minikube</a:t>
            </a:r>
            <a:r>
              <a:rPr lang="en-US" dirty="0"/>
              <a:t>, deploys Kubernetes manifests, and forwards ports automatically.</a:t>
            </a:r>
          </a:p>
          <a:p>
            <a:pPr algn="just"/>
            <a:r>
              <a:rPr lang="en-US" b="1" dirty="0"/>
              <a:t>Saves time: </a:t>
            </a:r>
            <a:r>
              <a:rPr lang="en-US" dirty="0"/>
              <a:t>no need to run multiple shell commands manually.</a:t>
            </a:r>
          </a:p>
          <a:p>
            <a:pPr algn="just"/>
            <a:r>
              <a:rPr lang="en-US" b="1" dirty="0"/>
              <a:t>Handles dependencies: </a:t>
            </a:r>
            <a:r>
              <a:rPr lang="en-US" dirty="0"/>
              <a:t>checks Docker status, copies manifests, waits for pods.</a:t>
            </a:r>
          </a:p>
          <a:p>
            <a:pPr algn="just"/>
            <a:r>
              <a:rPr lang="en-US" b="1" dirty="0"/>
              <a:t>Background operations: </a:t>
            </a:r>
            <a:r>
              <a:rPr lang="en-US" dirty="0"/>
              <a:t>forwards ports so apps stay accessible even if the terminal closes.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74F905-51CA-67C4-10E6-A3EAAEB8A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327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Why Ansible Playbook?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88444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9446-8F0E-FE34-DDDA-4C2DCA573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ept of C.S.E">
            <a:extLst>
              <a:ext uri="{FF2B5EF4-FFF2-40B4-BE49-F238E27FC236}">
                <a16:creationId xmlns:a16="http://schemas.microsoft.com/office/drawing/2014/main" id="{A2961F57-F1A2-120A-383F-F3C5BEE5F0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930"/>
          <a:stretch/>
        </p:blipFill>
        <p:spPr bwMode="auto">
          <a:xfrm>
            <a:off x="165117" y="93998"/>
            <a:ext cx="2188248" cy="93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15D0ED-3166-8620-0EA4-4DCCF5CF1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225" y="112642"/>
            <a:ext cx="2353365" cy="1135754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01D29AD-ADBB-3AA7-AB3D-7F5DB074A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8915"/>
            <a:ext cx="10730948" cy="4563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playbook:</a:t>
            </a:r>
          </a:p>
          <a:p>
            <a:r>
              <a:rPr lang="en-US" dirty="0"/>
              <a:t>Ensures Docker is running.</a:t>
            </a:r>
          </a:p>
          <a:p>
            <a:r>
              <a:rPr lang="en-US" dirty="0"/>
              <a:t>Starts </a:t>
            </a:r>
            <a:r>
              <a:rPr lang="en-US" dirty="0" err="1"/>
              <a:t>Minikube</a:t>
            </a:r>
            <a:r>
              <a:rPr lang="en-US" dirty="0"/>
              <a:t> if not already running.</a:t>
            </a:r>
          </a:p>
          <a:p>
            <a:r>
              <a:rPr lang="en-US" dirty="0"/>
              <a:t>Deploys the </a:t>
            </a:r>
            <a:r>
              <a:rPr lang="en-US" dirty="0" err="1"/>
              <a:t>fullstack</a:t>
            </a:r>
            <a:r>
              <a:rPr lang="en-US" dirty="0"/>
              <a:t> app to Kubernetes.</a:t>
            </a:r>
          </a:p>
          <a:p>
            <a:r>
              <a:rPr lang="en-US" dirty="0"/>
              <a:t>Waits until pods are running.</a:t>
            </a:r>
          </a:p>
          <a:p>
            <a:r>
              <a:rPr lang="en-US" dirty="0"/>
              <a:t>Forwards the </a:t>
            </a:r>
            <a:r>
              <a:rPr lang="en-US" dirty="0" err="1"/>
              <a:t>NodePort</a:t>
            </a:r>
            <a:r>
              <a:rPr lang="en-US" dirty="0"/>
              <a:t> services to </a:t>
            </a:r>
            <a:r>
              <a:rPr lang="en-US" b="1" dirty="0"/>
              <a:t>localhost</a:t>
            </a:r>
            <a:r>
              <a:rPr lang="en-US" dirty="0"/>
              <a:t> in the background.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3A3BD9-C6C7-E4AB-5B2B-D20A10158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Why Playbook?</a:t>
            </a:r>
          </a:p>
        </p:txBody>
      </p:sp>
    </p:spTree>
    <p:extLst>
      <p:ext uri="{BB962C8B-B14F-4D97-AF65-F5344CB8AC3E}">
        <p14:creationId xmlns:p14="http://schemas.microsoft.com/office/powerpoint/2010/main" val="1192953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779</TotalTime>
  <Words>185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Deploy a Fullstack Application Using Kubernetes and Ansible Playbook</vt:lpstr>
      <vt:lpstr>Why Ansible Playbook? </vt:lpstr>
      <vt:lpstr>Why Playbook?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sss.srithar@gmail.com</dc:creator>
  <cp:lastModifiedBy>srithar s</cp:lastModifiedBy>
  <cp:revision>82</cp:revision>
  <dcterms:created xsi:type="dcterms:W3CDTF">2022-07-23T06:12:36Z</dcterms:created>
  <dcterms:modified xsi:type="dcterms:W3CDTF">2025-10-29T12:04:58Z</dcterms:modified>
</cp:coreProperties>
</file>